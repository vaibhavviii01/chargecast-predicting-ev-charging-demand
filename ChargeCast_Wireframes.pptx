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h+hurpRP40FpPZxI8X1qhBJgyw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470373" y="951398"/>
            <a:ext cx="5626500" cy="49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</a:rPr>
              <a:t>ChargeCast Wireframes</a:t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Login Screen: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Users enter credentials or sign up.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 View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Displays a live map of nearby charging stations. 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Includes a “Charge Forecast” widget showing busiest charging windows.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Forecast Detail 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Offers a deeper look into predicted demand and pricing trends. 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Includes a graph of congestion and power demand over time.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 View 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Interactive map with filters by plug type, speed, and cost.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Highlights selected station with real-time info.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Station Detail 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view of a specific station: plug types, pricing, wattage. 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Forecast panel shows expected demand and optimal charging times. 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Includes user reviews and ratings.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Alerts Screen </a:t>
            </a:r>
            <a:endParaRPr/>
          </a:p>
          <a:p>
            <a:pPr indent="-76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Users can set custom alerts for malfunction, availability, or congestion. </a:t>
            </a:r>
            <a:endParaRPr/>
          </a:p>
          <a:p>
            <a:pPr indent="-76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Alerts are shown with time windows and thresholds.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mobile application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432" y="0"/>
            <a:ext cx="456753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6"/>
            <a:ext cx="6599548" cy="1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ChargeCast Forecast Dashboard</a:t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435" y="1597025"/>
            <a:ext cx="7190754" cy="479383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7747188" y="259749"/>
            <a:ext cx="4234279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ChargeCast dashboard purpose is to provide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analytics and forecasting tool for EV charging station performance and planning.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Geographic Coverage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Identifies high-density zones and coverage gaps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 by Location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Tracks usage over time for different station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Reveals seasonal and daily patterns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Utilization Trend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Weekly usage rates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maintenance scheduling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Highlights busiest days (Mon–Sun)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Aids in staffing and energy load balancing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Alerts: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Upcoming Peak Periods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Malfunction notifications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Grid overloads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demand prediction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2025-10-06T17:40:23Z</dcterms:created>
  <dc:creator>Edith Trudgeo</dc:creator>
</cp:coreProperties>
</file>